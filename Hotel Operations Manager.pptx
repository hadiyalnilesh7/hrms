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211" autoAdjust="0"/>
  </p:normalViewPr>
  <p:slideViewPr>
    <p:cSldViewPr snapToGrid="0" snapToObjects="1">
      <p:cViewPr>
        <p:scale>
          <a:sx n="71" d="100"/>
          <a:sy n="71" d="100"/>
        </p:scale>
        <p:origin x="-45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77CA2-5F22-4CE6-9ABB-7615E636880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48151-D718-4FF5-A3A3-FB5DD44E61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7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48151-D718-4FF5-A3A3-FB5DD44E616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4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Hotel Operations Management System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475569"/>
                </a:solidFill>
                <a:latin typeface="Calibri"/>
              </a:rPr>
              <a:t>A Web-Based Hotel Management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566928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rPr dirty="0"/>
              <a:t>Presented by:</a:t>
            </a:r>
          </a:p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Hadiyal</a:t>
            </a:r>
            <a:r>
              <a:rPr dirty="0"/>
              <a:t> </a:t>
            </a:r>
            <a:r>
              <a:rPr dirty="0" err="1"/>
              <a:t>Nilesh</a:t>
            </a:r>
            <a:endParaRPr dirty="0"/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rPr dirty="0"/>
              <a:t>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7-Slide Summary | Option A (Current Progress)</a:t>
            </a:r>
          </a:p>
        </p:txBody>
      </p:sp>
      <p:pic>
        <p:nvPicPr>
          <p:cNvPr id="9" name="New picture"/>
          <p:cNvPicPr/>
          <p:nvPr/>
        </p:nvPicPr>
        <p:blipFill>
          <a:blip r:embed="rId3"/>
          <a:srcRect l="5556" r="5555"/>
          <a:stretch>
            <a:fillRect/>
          </a:stretch>
        </p:blipFill>
        <p:spPr bwMode="auto">
          <a:xfrm>
            <a:off x="7019365" y="1389529"/>
            <a:ext cx="4536142" cy="514843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Abstract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475569"/>
                </a:solidFill>
                <a:latin typeface="Calibri"/>
              </a:rPr>
              <a:t>What this project is about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46730"/>
            <a:ext cx="1069848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4403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1D4ED8"/>
                </a:solidFill>
                <a:latin typeface="Calibri"/>
              </a:rPr>
              <a:t>Hotel Operations Management </a:t>
            </a:r>
            <a:r>
              <a:rPr sz="2000" b="1" dirty="0" smtClean="0">
                <a:solidFill>
                  <a:srgbClr val="1D4ED8"/>
                </a:solidFill>
                <a:latin typeface="Calibri"/>
              </a:rPr>
              <a:t>System</a:t>
            </a:r>
            <a:endParaRPr sz="2000" b="1" dirty="0">
              <a:solidFill>
                <a:srgbClr val="1D4ED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This project is a web-based system intended to centralize daily hotel operations into one platform.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The complete solution will cover rooms, bookings, menu items, food orders, and </a:t>
            </a:r>
            <a:r>
              <a:rPr/>
              <a:t>billing/invoicing</a:t>
            </a:r>
            <a:r>
              <a:rPr smtClean="0"/>
              <a:t>.</a:t>
            </a:r>
            <a:endParaRPr dirty="0" smtClean="0"/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 smtClean="0"/>
              <a:t>In </a:t>
            </a:r>
            <a:r>
              <a:rPr dirty="0"/>
              <a:t>the current </a:t>
            </a:r>
            <a:r>
              <a:rPr dirty="0" smtClean="0"/>
              <a:t>phase, </a:t>
            </a:r>
            <a:r>
              <a:rPr dirty="0"/>
              <a:t>the foundation is implemented: Home page UI, user Login/Register, and backend setup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The system is designed using Node.js + Express (MVC), </a:t>
            </a:r>
            <a:r>
              <a:rPr dirty="0" err="1"/>
              <a:t>MongoDB</a:t>
            </a:r>
            <a:r>
              <a:rPr dirty="0"/>
              <a:t> (Mongoose), and EJS for server-side rendering.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Future phases will add operational modules and enhancements such as role-based access and reporting.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Problem Statement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475569"/>
                </a:solidFill>
                <a:latin typeface="Calibri"/>
              </a:rPr>
              <a:t>Why this system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Problems in Manual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Booking mistakes (overbooking / wrong dates / wrong room).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Slow coordination between front desk and kitchen.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Billing errors due to missed charges and manual calculations.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No single dashboard to view live status across departments.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06040"/>
            <a:ext cx="4114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A centralized web application for hotel operations.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Secure login system to protect access.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Structured modules for Rooms, Booking, Orders, Billing.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Improved accuracy, speed, and visibility for staff.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57605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Project Overview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475569"/>
                </a:solidFill>
                <a:latin typeface="Calibri"/>
              </a:rPr>
              <a:t>What we are building &amp; current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Centralize hotel operations into one web-based system.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Reduce manual errors in bookings, orders, and billing.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rPr dirty="0"/>
              <a:t>Improve operational speed for front desk &amp; admin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17407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1D4ED8"/>
                </a:solidFill>
                <a:latin typeface="Calibri"/>
              </a:rPr>
              <a:t>Current </a:t>
            </a:r>
            <a:r>
              <a:rPr sz="2000" b="1" dirty="0" smtClean="0">
                <a:solidFill>
                  <a:srgbClr val="1D4ED8"/>
                </a:solidFill>
                <a:latin typeface="Calibri"/>
              </a:rPr>
              <a:t>Phase</a:t>
            </a:r>
            <a:endParaRPr sz="2000" b="1" dirty="0">
              <a:solidFill>
                <a:srgbClr val="1D4ED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2606040"/>
            <a:ext cx="4114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Authentication module and base system setup.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UI foundations: Home + Login + Register.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Preparing modules for Rooms, Booking, Orders, Billing.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705373" cy="1056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dirty="0">
                <a:solidFill>
                  <a:srgbClr val="0F172A"/>
                </a:solidFill>
                <a:latin typeface="Calibri"/>
              </a:rPr>
              <a:t>Completed </a:t>
            </a:r>
            <a:r>
              <a:rPr sz="3800" b="1" dirty="0" smtClean="0">
                <a:solidFill>
                  <a:srgbClr val="0F172A"/>
                </a:solidFill>
                <a:latin typeface="Calibri"/>
              </a:rPr>
              <a:t>Work</a:t>
            </a:r>
            <a:endParaRPr sz="3800" b="1" dirty="0">
              <a:solidFill>
                <a:srgbClr val="0F172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800" dirty="0">
                <a:solidFill>
                  <a:srgbClr val="475569"/>
                </a:solidFill>
                <a:latin typeface="Calibri"/>
              </a:rPr>
              <a:t>What is implemented so far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Home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Modern UI layout &amp; navigation structure.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Intro sections for system purpose and flow.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Links prepared for upcoming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Authentication + Backend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06040"/>
            <a:ext cx="4114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User registration and login flow.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Password hashing with bcrypt.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Session-based authentication (express-session).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MongoDB connection using Mongoose.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MVC folder structure for scalability.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System Architecture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475569"/>
                </a:solidFill>
                <a:latin typeface="Calibri"/>
              </a:rPr>
              <a:t>Technology stack and MVC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Backend: Node.js, Express.js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Frontend: EJS, CSS, JavaScript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Database: MongoDB, Mongoose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Security: express-session, bcrypt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D4ED8"/>
                </a:solidFill>
                <a:latin typeface="Calibri"/>
              </a:defRPr>
            </a:pPr>
            <a:r>
              <a:t>MVC Request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651760"/>
            <a:ext cx="3931920" cy="4572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7249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Calibri"/>
              </a:defRPr>
            </a:pPr>
            <a:r>
              <a:t>Browser (User)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246120"/>
            <a:ext cx="3931920" cy="4572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331927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Calibri"/>
              </a:defRPr>
            </a:pPr>
            <a:r>
              <a:t>Routes (Express)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840480"/>
            <a:ext cx="3931920" cy="4572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39136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Calibri"/>
              </a:defRPr>
            </a:pPr>
            <a:r>
              <a:t>Controller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4434840"/>
            <a:ext cx="3931920" cy="4572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450799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Calibri"/>
              </a:defRPr>
            </a:pPr>
            <a:r>
              <a:t>Model (Mongoose)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5029200"/>
            <a:ext cx="3931920" cy="4572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51023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Calibri"/>
              </a:defRPr>
            </a:pPr>
            <a:r>
              <a:t>MongoDB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347041" cy="1056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dirty="0">
                <a:solidFill>
                  <a:srgbClr val="0F172A"/>
                </a:solidFill>
                <a:latin typeface="Calibri"/>
              </a:rPr>
              <a:t>Future Development Plan</a:t>
            </a:r>
          </a:p>
          <a:p>
            <a:pPr>
              <a:spcBef>
                <a:spcPts val="800"/>
              </a:spcBef>
            </a:pPr>
            <a:r>
              <a:rPr sz="1800" dirty="0">
                <a:solidFill>
                  <a:srgbClr val="475569"/>
                </a:solidFill>
                <a:latin typeface="Calibri"/>
              </a:rPr>
              <a:t>Next modules to </a:t>
            </a:r>
            <a:r>
              <a:rPr sz="1800" dirty="0" smtClean="0">
                <a:solidFill>
                  <a:srgbClr val="475569"/>
                </a:solidFill>
                <a:latin typeface="Calibri"/>
              </a:rPr>
              <a:t>build</a:t>
            </a:r>
            <a:endParaRPr sz="180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Modules Under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Rooms Management (CRUD + availability)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Booking Management (reservations + history)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Menu &amp; Order Management (kitchen queue)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Billing &amp; Invoice (auto-calculation + PDF)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Dashboard analytics (overview and KPIs)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Calibri"/>
              </a:rPr>
              <a:t>Enhancements (Future Scope)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06040"/>
            <a:ext cx="4114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Role-Based Access (Admin / Staff)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Payment gateway integration (UPI / Card)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Reports (occupancy, revenue, top items)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Real-time notifications (orders / bookings)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478</Words>
  <Application>Microsoft Office PowerPoint</Application>
  <PresentationFormat>Custom</PresentationFormat>
  <Paragraphs>75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Hadiyal</dc:creator>
  <dc:description>generated using python-pptx</dc:description>
  <cp:lastModifiedBy>baps</cp:lastModifiedBy>
  <cp:revision>7</cp:revision>
  <dcterms:created xsi:type="dcterms:W3CDTF">2013-01-27T09:14:16Z</dcterms:created>
  <dcterms:modified xsi:type="dcterms:W3CDTF">2026-02-23T12:16:57Z</dcterms:modified>
</cp:coreProperties>
</file>